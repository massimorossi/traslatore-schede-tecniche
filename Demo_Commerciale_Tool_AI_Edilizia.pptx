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Demo commerciale – Tool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Trasformazione linguistica schede tecniche</a:t>
            </a:r>
          </a:p>
          <a:p>
            <a:r>
              <a:t>Edilizia / Bioedilizia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Il 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Schede tecniche difficili da riutilizzare</a:t>
            </a:r>
          </a:p>
          <a:p>
            <a:pPr/>
            <a:r>
              <a:t>Rischio di errori linguistici e promesse involontarie</a:t>
            </a:r>
          </a:p>
          <a:p>
            <a:pPr/>
            <a:r>
              <a:t>Tempo perso a riscrivere testi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soluzione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Un’unica scheda → tre linguaggi diversi</a:t>
            </a:r>
          </a:p>
          <a:p>
            <a:pPr/>
            <a:r>
              <a:t>Cliente finale, Commerciale, Capitolato</a:t>
            </a:r>
          </a:p>
          <a:p>
            <a:pPr/>
            <a:r>
              <a:t>Stesso contenuto, linguaggio controllato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live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Testo tecnico originale</a:t>
            </a:r>
          </a:p>
          <a:p>
            <a:pPr/>
            <a:r>
              <a:t>Trasformazione immediata</a:t>
            </a:r>
          </a:p>
          <a:p>
            <a:pPr/>
            <a:r>
              <a:t>Nessuna invenzione o interpretazione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Perché non è ChatGPT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Prompt bloccati e regole rigide</a:t>
            </a:r>
          </a:p>
          <a:p>
            <a:pPr/>
            <a:r>
              <a:t>Output ripetibile</a:t>
            </a:r>
          </a:p>
          <a:p>
            <a:pPr/>
            <a:r>
              <a:t>Riduzione del rischio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Prezzo e proposta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49 € / mese</a:t>
            </a:r>
          </a:p>
          <a:p>
            <a:pPr/>
            <a:r>
              <a:t>Risparmio di tempo</a:t>
            </a:r>
          </a:p>
          <a:p>
            <a:pPr/>
            <a:r>
              <a:t>Maggiore sicurezza comunicativa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Chiusura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Provatelo su documenti reali</a:t>
            </a:r>
          </a:p>
          <a:p>
            <a:pPr/>
            <a:r>
              <a:t>Se non serve, non si paga</a:t>
            </a:r>
          </a:p>
          <a:p>
            <a:pPr/>
            <a:r>
              <a:t>Se serve, diventa uno standard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